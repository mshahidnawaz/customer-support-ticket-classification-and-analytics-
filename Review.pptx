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102475" cy="9037638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62"/>
  </p:normalViewPr>
  <p:slideViewPr>
    <p:cSldViewPr snapToGrid="0">
      <p:cViewPr varScale="1">
        <p:scale>
          <a:sx n="104" d="100"/>
          <a:sy n="104" d="100"/>
        </p:scale>
        <p:origin x="6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05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05/03/26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05/03/26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05/03/26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05/03/26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05/03/26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05/03/26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05/03/26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05/03/26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05/03/26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90" y="300355"/>
            <a:ext cx="10515600" cy="112839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da-DK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Systems for Visual Intelligence</a:t>
            </a: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2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418" y="1737503"/>
            <a:ext cx="10515600" cy="109755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/>
              <a:t>Team No- 4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2320030424 – ALLAM SUBHASH</a:t>
            </a:r>
          </a:p>
          <a:p>
            <a:pPr marL="0" indent="0" algn="ctr">
              <a:buNone/>
            </a:pPr>
            <a:r>
              <a:rPr lang="en-US" sz="2000" b="1" dirty="0"/>
              <a:t>2320030228 – SHAHID NAWAZ</a:t>
            </a:r>
          </a:p>
          <a:p>
            <a:pPr marL="0" indent="0" algn="ctr">
              <a:buNone/>
            </a:pPr>
            <a:r>
              <a:rPr lang="en-US" sz="2000" b="1" dirty="0"/>
              <a:t>2320030339– SHAIKSHAVALI</a:t>
            </a:r>
          </a:p>
          <a:p>
            <a:pPr marL="0" indent="0" algn="ctr">
              <a:buNone/>
            </a:pPr>
            <a:r>
              <a:rPr lang="en-US" sz="2000" b="1" dirty="0"/>
              <a:t>2320030125 - ASIF</a:t>
            </a:r>
          </a:p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05/03/26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12" y="4834502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18537F-2613-0D5D-664B-BFDC622C8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95" y="4834502"/>
            <a:ext cx="2175809" cy="10326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671E17-FC71-BC3E-3486-2958BCD8E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97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05/03/26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EC6DDC-01B0-46F4-73AE-49AD119CB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7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Topic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systems receive many service requests daily through emails, chat, and helpdesk portals. Manually reviewing and categorizing these tickets takes a lot of time and effort.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Project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ticket classification using Machine Learning and NLP helps reduce manual work, improves response time, and increases customer satisfaction.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Being Solved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assigning support tickets to the correct department is slow and error-prone. This project automatically classifies tickets based on their text content.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Helpdesk automation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 platforms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 systems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systems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05/03/26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AB8289-1513-0C74-9FBF-905768961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79"/>
            <a:ext cx="1458484" cy="6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classify customer support tickets based on their text content.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sorting and assigning support tickets to the correct department.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response time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automatically routing tickets to the appropriate support team.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satisfaction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providing faster and more efficient issue resolution.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05/03/26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2ABEA2-F35D-6157-4FE4-058679542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58484" cy="6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05/03/26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07D7A9-8878-6941-85F0-B9C44D648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003239"/>
              </p:ext>
            </p:extLst>
          </p:nvPr>
        </p:nvGraphicFramePr>
        <p:xfrm>
          <a:off x="972415" y="1267411"/>
          <a:ext cx="10828288" cy="5002923"/>
        </p:xfrm>
        <a:graphic>
          <a:graphicData uri="http://schemas.openxmlformats.org/drawingml/2006/table">
            <a:tbl>
              <a:tblPr/>
              <a:tblGrid>
                <a:gridCol w="686814">
                  <a:extLst>
                    <a:ext uri="{9D8B030D-6E8A-4147-A177-3AD203B41FA5}">
                      <a16:colId xmlns:a16="http://schemas.microsoft.com/office/drawing/2014/main" val="2320967467"/>
                    </a:ext>
                  </a:extLst>
                </a:gridCol>
                <a:gridCol w="686814">
                  <a:extLst>
                    <a:ext uri="{9D8B030D-6E8A-4147-A177-3AD203B41FA5}">
                      <a16:colId xmlns:a16="http://schemas.microsoft.com/office/drawing/2014/main" val="1773147566"/>
                    </a:ext>
                  </a:extLst>
                </a:gridCol>
                <a:gridCol w="1022915">
                  <a:extLst>
                    <a:ext uri="{9D8B030D-6E8A-4147-A177-3AD203B41FA5}">
                      <a16:colId xmlns:a16="http://schemas.microsoft.com/office/drawing/2014/main" val="3614679244"/>
                    </a:ext>
                  </a:extLst>
                </a:gridCol>
                <a:gridCol w="920623">
                  <a:extLst>
                    <a:ext uri="{9D8B030D-6E8A-4147-A177-3AD203B41FA5}">
                      <a16:colId xmlns:a16="http://schemas.microsoft.com/office/drawing/2014/main" val="1867444956"/>
                    </a:ext>
                  </a:extLst>
                </a:gridCol>
                <a:gridCol w="569911">
                  <a:extLst>
                    <a:ext uri="{9D8B030D-6E8A-4147-A177-3AD203B41FA5}">
                      <a16:colId xmlns:a16="http://schemas.microsoft.com/office/drawing/2014/main" val="2466615718"/>
                    </a:ext>
                  </a:extLst>
                </a:gridCol>
                <a:gridCol w="686814">
                  <a:extLst>
                    <a:ext uri="{9D8B030D-6E8A-4147-A177-3AD203B41FA5}">
                      <a16:colId xmlns:a16="http://schemas.microsoft.com/office/drawing/2014/main" val="3131005202"/>
                    </a:ext>
                  </a:extLst>
                </a:gridCol>
                <a:gridCol w="906011">
                  <a:extLst>
                    <a:ext uri="{9D8B030D-6E8A-4147-A177-3AD203B41FA5}">
                      <a16:colId xmlns:a16="http://schemas.microsoft.com/office/drawing/2014/main" val="2820496137"/>
                    </a:ext>
                  </a:extLst>
                </a:gridCol>
                <a:gridCol w="686814">
                  <a:extLst>
                    <a:ext uri="{9D8B030D-6E8A-4147-A177-3AD203B41FA5}">
                      <a16:colId xmlns:a16="http://schemas.microsoft.com/office/drawing/2014/main" val="3963344226"/>
                    </a:ext>
                  </a:extLst>
                </a:gridCol>
                <a:gridCol w="1022915">
                  <a:extLst>
                    <a:ext uri="{9D8B030D-6E8A-4147-A177-3AD203B41FA5}">
                      <a16:colId xmlns:a16="http://schemas.microsoft.com/office/drawing/2014/main" val="824182350"/>
                    </a:ext>
                  </a:extLst>
                </a:gridCol>
                <a:gridCol w="1212886">
                  <a:extLst>
                    <a:ext uri="{9D8B030D-6E8A-4147-A177-3AD203B41FA5}">
                      <a16:colId xmlns:a16="http://schemas.microsoft.com/office/drawing/2014/main" val="523834847"/>
                    </a:ext>
                  </a:extLst>
                </a:gridCol>
                <a:gridCol w="1169046">
                  <a:extLst>
                    <a:ext uri="{9D8B030D-6E8A-4147-A177-3AD203B41FA5}">
                      <a16:colId xmlns:a16="http://schemas.microsoft.com/office/drawing/2014/main" val="1021730221"/>
                    </a:ext>
                  </a:extLst>
                </a:gridCol>
                <a:gridCol w="1256725">
                  <a:extLst>
                    <a:ext uri="{9D8B030D-6E8A-4147-A177-3AD203B41FA5}">
                      <a16:colId xmlns:a16="http://schemas.microsoft.com/office/drawing/2014/main" val="44805945"/>
                    </a:ext>
                  </a:extLst>
                </a:gridCol>
              </a:tblGrid>
              <a:tr h="10851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</a:t>
                      </a: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 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Year( from 2020 onwards papers)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Title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Source(Journal/Conference name)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Objectve of the paper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Techniques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Dataset Used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Parameters Analysed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Inference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DOI of the paper 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844040"/>
                  </a:ext>
                </a:extLst>
              </a:tr>
              <a:tr h="39177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dirty="0"/>
                        <a:t>2023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dirty="0"/>
                        <a:t>M. Brown, K. Davis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/>
                        <a:t>Automated Helpdesk Ticket Routing Using NLP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/>
                        <a:t>ACM Conference on Information and Knowledge Management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/>
                        <a:t>To develop an automated system that routes helpdesk tickets to the correct department</a:t>
                      </a:r>
                      <a:endParaRPr lang="en-IN" sz="1000" dirty="0"/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/>
                        <a:t>NLP, Support Vector Machine (SVM), TF-IDF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/>
                        <a:t>IT Helpdesk Ticket Dataset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dirty="0"/>
                        <a:t>Precision, Recall, Accuracy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/>
                        <a:t>NLP-based classification reduces response time and improves service efficiency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dirty="0"/>
                        <a:t>Performance affected by noisy text data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4" marR="6694" marT="66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dirty="0"/>
                        <a:t>10.1145/3583780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22503"/>
                  </a:ext>
                </a:extLst>
              </a:tr>
            </a:tbl>
          </a:graphicData>
        </a:graphic>
      </p:graphicFrame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43F7-8A62-A540-2018-E141BD3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F001F0-8C6A-340B-C5D0-DF4C088B4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9694"/>
            <a:ext cx="1458484" cy="6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and Machine Learning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customer support tickets automatically.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customer support tickets dataset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text preprocessing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pPr lvl="1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Stemming/Lemmatization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machine learning model such as: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category of new support tickets.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classified ticket categories like: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Issue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Issue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Problem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Query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05/03/26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1580A-A794-5E25-0614-A3346771B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458484" cy="6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build the ticket classification system because it provides powerful libraries for machine learning and data processing.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reading, organizing, and preprocessing the ticket dataset.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train and test machine learning models such as Naive Bayes and Logistic Regression.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NLTK /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Natural Language Processing tasks like tokenization,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removal, and stemming.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Platform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/ Google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write, run, and test the Python code for the model.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customer support tickets with information such as: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ID: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Unique identifier for each ticket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Message: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Description of the customer issue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Category: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 of issue (technical, billing, account, etc.)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Level: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urgency of the issue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machine learning model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customer message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predicts the correct category of the ticket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 it can be sent to the appropriate support team.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05/03/26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574127-0EF4-6C17-0783-FF043EDDD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automated system for classifying customer support tickets using machine learning and NLP techniques.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help organizations: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ticket sorting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response time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customer satisfaction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deep learning models.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detection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real-time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helpdesk platforms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05/03/26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94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223F8D-9B64-EF67-BF23-4C22C4CC8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89"/>
            <a:ext cx="1458484" cy="71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Smith, J. (2021). Automated Ticket Classification Using Machine Learning. IEEE Conference.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Lee, K. (2023). Deep Learning for Customer Support Systems. Springer Journal.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– Customer Support Ticket Dataset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with Python – NLTK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05/03/26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579555-08D8-8BE4-87E6-94EAAC108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517"/>
            <a:ext cx="1484073" cy="70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05/03/26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EBE3D9-557D-51F3-38E6-16FF593FF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722</Words>
  <Application>Microsoft Macintosh PowerPoint</Application>
  <PresentationFormat>Widescreen</PresentationFormat>
  <Paragraphs>144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Custom Design</vt:lpstr>
      <vt:lpstr>AI Systems for Visual Intelligence REVIEW – 2  Project Title</vt:lpstr>
      <vt:lpstr>OUTLINE</vt:lpstr>
      <vt:lpstr>Introduction</vt:lpstr>
      <vt:lpstr>Objectives </vt:lpstr>
      <vt:lpstr>Literature Survey</vt:lpstr>
      <vt:lpstr>Proposed Method</vt:lpstr>
      <vt:lpstr>Implementation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ALLAM SUBHASH CHOWDARY .</cp:lastModifiedBy>
  <cp:revision>10</cp:revision>
  <dcterms:modified xsi:type="dcterms:W3CDTF">2026-03-05T05:53:40Z</dcterms:modified>
</cp:coreProperties>
</file>